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DASHBOARD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 — Complete Documentation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Vedansh Tiwari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US Retail Superstore Sales (9,994 records)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Period: 2016-2019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Regions: 4 | Categories: 3 | Sub-Categories: 17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cleaning using Power Query Editor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Table creation and model relationships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DAX measures for KPIs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 interactive visualizations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with dynamic slicers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Data Import - Loaded Sales_Analysis.xlsx into Power BI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9903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Data Cleaning - Applied 8 Power Query transformations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Data Modeling - Created relationships with Date Table (Star Schema)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025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DAX Development - Built 12 measures for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042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Visualization - Created 20 interactive charts and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077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Transformations Applied: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type corrections (Date fields)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112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tax column (10% calculation)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1304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Remove duplicate Order IDs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 Customer Name (First &amp; Last)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4165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by Year (2019)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7183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Category conditional column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DAX MEASURES &amp; CALCULATIONS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Measures: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Total Sales = SUM([Sales])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6824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Total Profit = SUM([Profit])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751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Average Discount = AVERAGE([Discount])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Total Quantity = SUM([Quantity])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Measures: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Profit Margin % = DIVIDE([Total Profit], [Total Sales]) * 100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4381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 Sales by Customer = Total Sales by Customer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307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 Year-over-Year Growth = YoY comparison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8. Top 5 Customers = TOPN(5, by sales)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60857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measures used in visualizations for KPI tracking and business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VISUALIZATIONS &amp; CHARTS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1 - Basic Charts (10 charts):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Customer sales, monthly trends, ship mode distribution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6824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Regional profit, category analysis, top products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751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Sales by date, map visualization, discount vs 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3 - Advanced Charts (10 charts):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Average sales by customer, cumulative sales over time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Sales by year and category, top 5 products by profit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4381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Average profit by sub-category, monthly sales trends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307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Sales contribution by region, profit by month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Average quantity by category, sales by customer segment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60857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are interactive with dynamic filtering capabilities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KEY INSIGHTS &amp;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Regional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80744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West region generates highest profit ($108,418) with 14.9% margin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Central region has lowest margin at 7.9% despite third-place sales rank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47672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31136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Category Profitability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Technology category has strongest margin at 17.4%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98064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Furniture generates high sales but only 2.5% profit margin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081528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Tables sub-category is loss-making ($17,725 loss)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64992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48456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Discount Impact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Discounts above 20% consistently lead to losses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215384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Strong negative correlation between high discounts and profitability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498848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782312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4: Growth Trajectory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065776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Sales grew from $484K (2016) to $733K (2019) = 14.8% CAGR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7863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Consistent growth with slight dip in 2017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ACTIONABLE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Implement Discount Policy 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Set maximum discount limit at 15-20% to protect profit margins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6824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Enforce approval workflow for discounts above threshold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751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Address Furniture Category Issues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Review pricing strategy for Tables sub-category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Consider product discontinuation or supplier renegotiation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4381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Regional Resource Allocation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7307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West region drives 30%+ of profit - leverage success factors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Develop strategy to improve Central region performance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60857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Seasonal Planning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9011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Q4 peak (November-December) represents 35-40% of annual sales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51937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Plan inventory and staffing accordingly for high-demand period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54864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77900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Customer Focus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07161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Top 10 customers contribute disproportionately to revenue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36422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Implement retention strategy for high-value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FUTURE ENHANCEMENTS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Improvements: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Connect to live SQL Server for real-time data updates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68249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SharePoint integration for automated refresh cycles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7510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Implement predictive sales forecasting with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Add Python integration for advanced statistical analysis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Enhancements: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Row-Level Security (RLS) for regional managers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43814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Mobile-optimized dashboard layouts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307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Drill-through pages for detailed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Bookmark feature for saved views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3159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Mobile app version for field teams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608576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9011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serves as foundation for executive reporting,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1937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reviews, and quarterly business planning.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transactional data has been transformed into actionable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using Power BI.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enables self-service analysis without requiring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assistance from the team.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success factors: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Strict discount approval discipline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46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Category-level profitability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Regional focus and resource allocation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806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ready for executive review and business planning.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2026-07-02T03:14:55Z</dcterms:created>
  <dcterms:modified xsi:type="dcterms:W3CDTF">2026-07-02T03:14:55Z</dcterms:modified>
</cp:coreProperties>
</file>